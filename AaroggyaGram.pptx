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F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CONCLAVE HACKATHON 2026  •  HEALTHCARE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0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AroggyaGram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2057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Community-Powered Healthcare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48360" y="297180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0574F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8360" y="2971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80080" y="297180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D4C9"/>
                </a:solidFill>
              </a:rPr>
              <a:t>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36112" y="297180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0574F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6112" y="2971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Caretaker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67832" y="297180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D4C9"/>
                </a:solidFill>
              </a:rPr>
              <a:t>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3864" y="297180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0574F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23864" y="2971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55584" y="297180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D4C9"/>
                </a:solidFill>
              </a:rPr>
              <a:t>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11616" y="297180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0574F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11616" y="2971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Healthcare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2600" y="406908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600" y="4270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💊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792328" y="49377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Management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53232" y="406908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53232" y="4270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3562960" y="49377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3864" y="406908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23864" y="4270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333592" y="49377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Volunteers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94496" y="406908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94496" y="4270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9104224" y="49377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Assistant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6EE577A6-F6EF-2C0D-D2B6-3B9FDB4A738F}"/>
              </a:ext>
            </a:extLst>
          </p:cNvPr>
          <p:cNvSpPr/>
          <p:nvPr/>
        </p:nvSpPr>
        <p:spPr>
          <a:xfrm>
            <a:off x="1334795" y="6039612"/>
            <a:ext cx="9522105" cy="502920"/>
          </a:xfrm>
          <a:prstGeom prst="roundRect">
            <a:avLst>
              <a:gd name="adj" fmla="val 6486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spc="300" dirty="0">
                <a:solidFill>
                  <a:schemeClr val="bg1"/>
                </a:solidFill>
              </a:rPr>
              <a:t>JUSTIN JOE MATHEW [TEAM LEAD]</a:t>
            </a:r>
          </a:p>
          <a:p>
            <a:pPr algn="ctr"/>
            <a:r>
              <a:rPr lang="en-US" sz="1400" b="1" spc="300" dirty="0">
                <a:solidFill>
                  <a:schemeClr val="bg1"/>
                </a:solidFill>
              </a:rPr>
              <a:t>KRISHNAJITH H | JERIN JOMY | JOEL BINOY</a:t>
            </a:r>
            <a:endParaRPr lang="en-IN" sz="1400" b="1" spc="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046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Healthcare Needs, Scattered Across People and Places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887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02517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8860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85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Medications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track of medicine intake and remaining stock is easy to lose control of.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3400" y="187887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07992" y="202517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👪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98860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85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Gap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are not always physically nearby when help is needed.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38160" y="187887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202517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198860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85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Local Support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need simple, local, everyday assistance.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47907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62537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8880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85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Communication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demand fast communication with the right people.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43400" y="347907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7992" y="362537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58880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85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Information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 and doctor details end up scattered across places.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138160" y="347907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2752" y="362537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58880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85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Discovery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nearby clinics or hospitals and their contacts takes time.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124994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E6E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124994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AroggyaGram brings these needs together in one community-based platform.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Eight Core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27632"/>
            <a:ext cx="548640" cy="54864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2140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Management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tracking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to responsible people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463040"/>
            <a:ext cx="26791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627632"/>
            <a:ext cx="548640" cy="54864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10712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212140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Emergency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2606040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family/volunteers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Emergency-help guidance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463040"/>
            <a:ext cx="26791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7064" y="1627632"/>
            <a:ext cx="548640" cy="54864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2706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27064" y="212140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Volunteers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2606040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register as volunteers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nearby patients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badges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06256" y="1463040"/>
            <a:ext cx="26791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43416" y="1627632"/>
            <a:ext cx="548640" cy="54864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43416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043416" y="212140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043416" y="2606040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health records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details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26791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142232"/>
            <a:ext cx="548640" cy="54864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63600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Assistant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5120640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chatbot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Health-related guidance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73552" y="3977640"/>
            <a:ext cx="26791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0712" y="4142232"/>
            <a:ext cx="548640" cy="54864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10712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3410712" y="463600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Healthcare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3410712" y="5120640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clinics &amp; hospitals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89904" y="3977640"/>
            <a:ext cx="26791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27064" y="4142232"/>
            <a:ext cx="548640" cy="54864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27064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6227064" y="463600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News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6227064" y="5120640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Health Updates</a:t>
            </a:r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&amp; Prevention Tips</a:t>
            </a:r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Health News</a:t>
            </a:r>
          </a:p>
        </p:txBody>
      </p:sp>
      <p:sp>
        <p:nvSpPr>
          <p:cNvPr id="39" name="Shape 37"/>
          <p:cNvSpPr/>
          <p:nvPr/>
        </p:nvSpPr>
        <p:spPr>
          <a:xfrm>
            <a:off x="8906256" y="3977640"/>
            <a:ext cx="26791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43416" y="4142232"/>
            <a:ext cx="548640" cy="54864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043416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9043416" y="463600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 Roles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9043416" y="5120640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Journeys, One Connected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E6E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JOURNEY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267712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331720"/>
            <a:ext cx="292608" cy="292608"/>
          </a:xfrm>
          <a:prstGeom prst="ellipse">
            <a:avLst/>
          </a:prstGeom>
          <a:solidFill>
            <a:srgbClr val="0E6E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2677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Patient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2670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862072"/>
            <a:ext cx="292608" cy="292608"/>
          </a:xfrm>
          <a:prstGeom prst="ellipse">
            <a:avLst/>
          </a:prstGeom>
          <a:solidFill>
            <a:srgbClr val="0E6E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98064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medicines + health records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" y="32004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392424"/>
            <a:ext cx="292608" cy="292608"/>
          </a:xfrm>
          <a:prstGeom prst="ellipse">
            <a:avLst/>
          </a:prstGeom>
          <a:solidFill>
            <a:srgbClr val="0E6E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32841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intake / stock alerts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" y="37307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858768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922776"/>
            <a:ext cx="292608" cy="292608"/>
          </a:xfrm>
          <a:prstGeom prst="ellipse">
            <a:avLst/>
          </a:prstGeom>
          <a:solidFill>
            <a:srgbClr val="0E6E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85876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nearby healthcare services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" y="4261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389120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453128"/>
            <a:ext cx="292608" cy="292608"/>
          </a:xfrm>
          <a:prstGeom prst="ellipse">
            <a:avLst/>
          </a:prstGeom>
          <a:solidFill>
            <a:srgbClr val="0E6E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3891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Health Assistant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" y="47914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4919472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4983480"/>
            <a:ext cx="292608" cy="292608"/>
          </a:xfrm>
          <a:prstGeom prst="ellipse">
            <a:avLst/>
          </a:prstGeom>
          <a:solidFill>
            <a:srgbClr val="0E6E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91947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SOS when emergency help is needed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" y="53218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449824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" y="5513832"/>
            <a:ext cx="292608" cy="292608"/>
          </a:xfrm>
          <a:prstGeom prst="ellipse">
            <a:avLst/>
          </a:prstGeom>
          <a:solidFill>
            <a:srgbClr val="0E6E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1792" y="5513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449824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family / volunteers are alerted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160020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4652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JOURNEY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46520" y="2267712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65392" y="2331720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565392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95160" y="22677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Volunteer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64808" y="2670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46520" y="2798064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65392" y="2862072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65392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995160" y="2798064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local assistance availability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464808" y="32004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46520" y="3328416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65392" y="3392424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65392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995160" y="332841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nearby assistance requests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464808" y="37307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46520" y="3858768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65392" y="3922776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565392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995160" y="385876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permitted non-medical help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464808" y="4261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46520" y="4389120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65392" y="4453128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565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995160" y="43891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task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464808" y="47914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D5A"/>
                </a:solidFill>
              </a:rPr>
              <a:t>↓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446520" y="4919472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65392" y="4983480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565392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995160" y="491947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/ badges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02920" y="617220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0A4F49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02920" y="61722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AroggyaGram connects patients who need help with people in their community who can provide it.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610329A-9123-6205-BEFE-540A97E68400}"/>
              </a:ext>
            </a:extLst>
          </p:cNvPr>
          <p:cNvSpPr/>
          <p:nvPr/>
        </p:nvSpPr>
        <p:spPr>
          <a:xfrm rot="16200000">
            <a:off x="-3177540" y="3177540"/>
            <a:ext cx="6858000" cy="502920"/>
          </a:xfrm>
          <a:prstGeom prst="rect">
            <a:avLst/>
          </a:prstGeom>
          <a:solidFill>
            <a:srgbClr val="0E6E6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6207C6-A50C-ABD4-3BAF-AE7CCAAC52C5}"/>
              </a:ext>
            </a:extLst>
          </p:cNvPr>
          <p:cNvSpPr txBox="1"/>
          <p:nvPr/>
        </p:nvSpPr>
        <p:spPr>
          <a:xfrm rot="16200000">
            <a:off x="-3177539" y="31775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SIDE</a:t>
            </a:r>
            <a:endParaRPr lang="en-US" sz="1600" dirty="0"/>
          </a:p>
        </p:txBody>
      </p:sp>
      <p:sp>
        <p:nvSpPr>
          <p:cNvPr id="6" name="Shape 38">
            <a:extLst>
              <a:ext uri="{FF2B5EF4-FFF2-40B4-BE49-F238E27FC236}">
                <a16:creationId xmlns:a16="http://schemas.microsoft.com/office/drawing/2014/main" id="{FB3E6A3D-AA00-A2A3-9435-129875E05D3D}"/>
              </a:ext>
            </a:extLst>
          </p:cNvPr>
          <p:cNvSpPr/>
          <p:nvPr/>
        </p:nvSpPr>
        <p:spPr>
          <a:xfrm rot="5400000">
            <a:off x="8511540" y="3177540"/>
            <a:ext cx="6858000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7" name="Text 39">
            <a:extLst>
              <a:ext uri="{FF2B5EF4-FFF2-40B4-BE49-F238E27FC236}">
                <a16:creationId xmlns:a16="http://schemas.microsoft.com/office/drawing/2014/main" id="{5948D132-E5DC-20D4-6244-B33FEFA86BBE}"/>
              </a:ext>
            </a:extLst>
          </p:cNvPr>
          <p:cNvSpPr txBox="1"/>
          <p:nvPr/>
        </p:nvSpPr>
        <p:spPr>
          <a:xfrm rot="5400000">
            <a:off x="8511540" y="31775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SIDE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B1EDEB-51AF-49E0-BF70-B71FFACD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1" y="-1078"/>
            <a:ext cx="3086585" cy="68590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E1F431-4377-C816-6A30-03DD39E17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506" y="0"/>
            <a:ext cx="2241709" cy="6858000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8CE95DB2-D0B4-E16E-84AF-49EFE321484D}"/>
              </a:ext>
            </a:extLst>
          </p:cNvPr>
          <p:cNvSpPr/>
          <p:nvPr/>
        </p:nvSpPr>
        <p:spPr>
          <a:xfrm rot="16200000">
            <a:off x="218873" y="3369557"/>
            <a:ext cx="6858000" cy="116730"/>
          </a:xfrm>
          <a:prstGeom prst="rect">
            <a:avLst/>
          </a:prstGeom>
          <a:solidFill>
            <a:srgbClr val="0E6E66"/>
          </a:solidFill>
          <a:ln/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D51701D8-DC05-EFCC-A134-15BCB448D5CC}"/>
              </a:ext>
            </a:extLst>
          </p:cNvPr>
          <p:cNvSpPr/>
          <p:nvPr/>
        </p:nvSpPr>
        <p:spPr>
          <a:xfrm rot="16200000">
            <a:off x="2729519" y="3370633"/>
            <a:ext cx="6858000" cy="116733"/>
          </a:xfrm>
          <a:prstGeom prst="rect">
            <a:avLst/>
          </a:prstGeom>
          <a:solidFill>
            <a:srgbClr val="0E6E66"/>
          </a:solidFill>
          <a:ln/>
        </p:spPr>
      </p:sp>
      <p:sp>
        <p:nvSpPr>
          <p:cNvPr id="17" name="Shape 38">
            <a:extLst>
              <a:ext uri="{FF2B5EF4-FFF2-40B4-BE49-F238E27FC236}">
                <a16:creationId xmlns:a16="http://schemas.microsoft.com/office/drawing/2014/main" id="{B14064C0-6CD1-A572-8384-A5C25EB07D14}"/>
              </a:ext>
            </a:extLst>
          </p:cNvPr>
          <p:cNvSpPr/>
          <p:nvPr/>
        </p:nvSpPr>
        <p:spPr>
          <a:xfrm rot="5400000">
            <a:off x="5811436" y="3370635"/>
            <a:ext cx="6858000" cy="116733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13DA268C-420E-D977-2B7D-755F4A9D437C}"/>
              </a:ext>
            </a:extLst>
          </p:cNvPr>
          <p:cNvSpPr/>
          <p:nvPr/>
        </p:nvSpPr>
        <p:spPr>
          <a:xfrm rot="5400000">
            <a:off x="2838235" y="3370634"/>
            <a:ext cx="6858000" cy="116733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E7B5397-71D7-869F-F05A-3C08CBF5F225}"/>
              </a:ext>
            </a:extLst>
          </p:cNvPr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BAFD015-1FEA-42AA-59B7-CE2CE940C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600" y="-201168"/>
            <a:ext cx="2734549" cy="70591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30F53CC-E477-36AB-72FC-24754FB57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781" y="-169164"/>
            <a:ext cx="2398298" cy="702716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CF2649A-B5CA-9CD7-F446-E05BEEB13094}"/>
              </a:ext>
            </a:extLst>
          </p:cNvPr>
          <p:cNvSpPr/>
          <p:nvPr/>
        </p:nvSpPr>
        <p:spPr>
          <a:xfrm>
            <a:off x="6799634" y="466928"/>
            <a:ext cx="797668" cy="204281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3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2">
            <a:extLst>
              <a:ext uri="{FF2B5EF4-FFF2-40B4-BE49-F238E27FC236}">
                <a16:creationId xmlns:a16="http://schemas.microsoft.com/office/drawing/2014/main" id="{13A3DC5B-CE61-A8EF-A351-400501979BA1}"/>
              </a:ext>
            </a:extLst>
          </p:cNvPr>
          <p:cNvSpPr/>
          <p:nvPr/>
        </p:nvSpPr>
        <p:spPr>
          <a:xfrm rot="16200000">
            <a:off x="8510215" y="3177539"/>
            <a:ext cx="6858000" cy="502920"/>
          </a:xfrm>
          <a:prstGeom prst="rect">
            <a:avLst/>
          </a:prstGeom>
          <a:solidFill>
            <a:srgbClr val="0E6E66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610329A-9123-6205-BEFE-540A97E68400}"/>
              </a:ext>
            </a:extLst>
          </p:cNvPr>
          <p:cNvSpPr/>
          <p:nvPr/>
        </p:nvSpPr>
        <p:spPr>
          <a:xfrm rot="16200000">
            <a:off x="-3177540" y="3177540"/>
            <a:ext cx="6858000" cy="502920"/>
          </a:xfrm>
          <a:prstGeom prst="rect">
            <a:avLst/>
          </a:prstGeom>
          <a:solidFill>
            <a:srgbClr val="0E6E6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6207C6-A50C-ABD4-3BAF-AE7CCAAC52C5}"/>
              </a:ext>
            </a:extLst>
          </p:cNvPr>
          <p:cNvSpPr txBox="1"/>
          <p:nvPr/>
        </p:nvSpPr>
        <p:spPr>
          <a:xfrm rot="16200000">
            <a:off x="-3177539" y="31775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RECONGTION</a:t>
            </a:r>
            <a:endParaRPr lang="en-US" sz="16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E7B5397-71D7-869F-F05A-3C08CBF5F225}"/>
              </a:ext>
            </a:extLst>
          </p:cNvPr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7463F2-B4C1-299A-F1F5-E27F48509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226" y="0"/>
            <a:ext cx="3085088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B64685-31D5-7D9E-941D-B915AE69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837" y="-2"/>
            <a:ext cx="3085088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37087C-5507-95A4-C7DC-FD764D02D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24" y="0"/>
            <a:ext cx="3094980" cy="6858000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B5BBA8E-EAC2-4070-B7FE-AA93B97B59F8}"/>
              </a:ext>
            </a:extLst>
          </p:cNvPr>
          <p:cNvSpPr/>
          <p:nvPr/>
        </p:nvSpPr>
        <p:spPr>
          <a:xfrm rot="16200000">
            <a:off x="4704815" y="3177540"/>
            <a:ext cx="6858000" cy="502920"/>
          </a:xfrm>
          <a:prstGeom prst="rect">
            <a:avLst/>
          </a:prstGeom>
          <a:solidFill>
            <a:srgbClr val="0E6E66"/>
          </a:solidFill>
          <a:ln/>
        </p:spPr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F33F9A4F-42CF-F143-782C-0C0EA5CC7C43}"/>
              </a:ext>
            </a:extLst>
          </p:cNvPr>
          <p:cNvSpPr/>
          <p:nvPr/>
        </p:nvSpPr>
        <p:spPr>
          <a:xfrm rot="16200000">
            <a:off x="643465" y="3177540"/>
            <a:ext cx="6858000" cy="502920"/>
          </a:xfrm>
          <a:prstGeom prst="rect">
            <a:avLst/>
          </a:prstGeom>
          <a:solidFill>
            <a:srgbClr val="0E6E66"/>
          </a:solidFill>
          <a:ln/>
        </p:spPr>
      </p:sp>
    </p:spTree>
    <p:extLst>
      <p:ext uri="{BB962C8B-B14F-4D97-AF65-F5344CB8AC3E}">
        <p14:creationId xmlns:p14="http://schemas.microsoft.com/office/powerpoint/2010/main" val="186552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AroggyaGram Is Actually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14600" y="160020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0A4F49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1460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AroggyaGram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45920" y="2103120"/>
            <a:ext cx="0" cy="32004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" y="2423160"/>
            <a:ext cx="1965960" cy="457200"/>
          </a:xfrm>
          <a:prstGeom prst="roundRect">
            <a:avLst>
              <a:gd name="adj" fmla="val 1400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2103120"/>
            <a:ext cx="0" cy="32004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1780" y="2423160"/>
            <a:ext cx="1965960" cy="457200"/>
          </a:xfrm>
          <a:prstGeom prst="roundRect">
            <a:avLst>
              <a:gd name="adj" fmla="val 1400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1178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0" cy="32004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423160"/>
            <a:ext cx="1965960" cy="457200"/>
          </a:xfrm>
          <a:prstGeom prst="roundRect">
            <a:avLst>
              <a:gd name="adj" fmla="val 1400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6062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2263140"/>
            <a:ext cx="4297680" cy="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2880360"/>
            <a:ext cx="0" cy="32004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3200400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14A085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231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Database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94760" y="3657600"/>
            <a:ext cx="0" cy="16002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3817620"/>
            <a:ext cx="4297680" cy="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3817620"/>
            <a:ext cx="0" cy="16002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" y="3977640"/>
            <a:ext cx="1965960" cy="457200"/>
          </a:xfrm>
          <a:prstGeom prst="roundRect">
            <a:avLst>
              <a:gd name="adj" fmla="val 1400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94760" y="3817620"/>
            <a:ext cx="0" cy="16002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11780" y="3977640"/>
            <a:ext cx="1965960" cy="457200"/>
          </a:xfrm>
          <a:prstGeom prst="roundRect">
            <a:avLst>
              <a:gd name="adj" fmla="val 1400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1178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Tracking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817620"/>
            <a:ext cx="0" cy="16002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3977640"/>
            <a:ext cx="1965960" cy="457200"/>
          </a:xfrm>
          <a:prstGeom prst="roundRect">
            <a:avLst>
              <a:gd name="adj" fmla="val 1400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6062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94760" y="4434840"/>
            <a:ext cx="0" cy="320040"/>
          </a:xfrm>
          <a:prstGeom prst="line">
            <a:avLst/>
          </a:prstGeom>
          <a:noFill/>
          <a:ln w="15875">
            <a:solidFill>
              <a:srgbClr val="4B5D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3160" y="4754880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 Location Services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60920" y="1554480"/>
            <a:ext cx="4297680" cy="4663440"/>
          </a:xfrm>
          <a:prstGeom prst="roundRect">
            <a:avLst>
              <a:gd name="adj" fmla="val 1915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3524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35240" y="2350008"/>
            <a:ext cx="128016" cy="12801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863840" y="2240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24963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Vite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35240" y="2944368"/>
            <a:ext cx="128016" cy="12801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863840" y="2834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863840" y="30906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35240" y="3538728"/>
            <a:ext cx="128016" cy="12801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863840" y="3429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7863840" y="36850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35240" y="4133088"/>
            <a:ext cx="128016" cy="12801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863840" y="4023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863840" y="42793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3.5 Flash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35240" y="4727448"/>
            <a:ext cx="128016" cy="12801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863840" y="4617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7863840" y="48737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/ OpenStreetMap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635240" y="5321808"/>
            <a:ext cx="128016" cy="12801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863840" y="5212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Packaging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7863840" y="54681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/ Android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Beyond the Prototype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01368"/>
            <a:ext cx="146304" cy="146304"/>
          </a:xfrm>
          <a:prstGeom prst="ellipse">
            <a:avLst/>
          </a:prstGeom>
          <a:solidFill>
            <a:srgbClr val="0E6E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9456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web/mobile technologies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&amp; authentication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integration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 location services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01368"/>
            <a:ext cx="146304" cy="146304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48272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patient/volunteer roles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volunteer network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Responsible-contact alerts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Non-medical assistance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270248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634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locality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panchayat level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to district level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community deployment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5875">
            <a:solidFill>
              <a:srgbClr val="DCEA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270248"/>
            <a:ext cx="146304" cy="146304"/>
          </a:xfrm>
          <a:prstGeom prst="ellipse">
            <a:avLst/>
          </a:prstGeom>
          <a:solidFill>
            <a:srgbClr val="0A4F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48272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/ Viability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6634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Healthcare/community partnerships (future)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pharmacy/clinic participation (future)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NGO/community deployment (future)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support (future)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 from AroggyaGram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24912" cy="3337560"/>
          </a:xfrm>
          <a:prstGeom prst="roundRect">
            <a:avLst>
              <a:gd name="adj" fmla="val 302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🧑‍⚕️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23591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medicine management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local assistance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communication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health information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50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healthcare discovery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724912" cy="3337560"/>
          </a:xfrm>
          <a:prstGeom prst="roundRect">
            <a:avLst>
              <a:gd name="adj" fmla="val 302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19272" y="173736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👪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2860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Caretakers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788920"/>
            <a:ext cx="23591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medicine &amp; SOS alerts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awareness of patient needs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even when far away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724912" cy="3337560"/>
          </a:xfrm>
          <a:prstGeom prst="roundRect">
            <a:avLst>
              <a:gd name="adj" fmla="val 302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81344" y="173736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2860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788920"/>
            <a:ext cx="23591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local contribution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nearby assistance needs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badges for participation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43416" y="1554480"/>
            <a:ext cx="2724912" cy="3337560"/>
          </a:xfrm>
          <a:prstGeom prst="roundRect">
            <a:avLst>
              <a:gd name="adj" fmla="val 3020"/>
            </a:avLst>
          </a:prstGeom>
          <a:solidFill>
            <a:srgbClr val="F1F7F6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43416" y="173736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2860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Healthcare Ecosystem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2788920"/>
            <a:ext cx="23591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550" b="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connection between people and nearby healthcare resources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148072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E6E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514807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people, care and community — when it matters.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4F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patient should have to face a healthcare need alone.”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0E6E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969264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331720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517904" y="23317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D4C9"/>
                </a:solidFill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55064" y="2331720"/>
            <a:ext cx="969264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09928" y="2331720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3317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D4C9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61488" y="2331720"/>
            <a:ext cx="969264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6352" y="2331720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23317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D4C9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67912" y="2331720"/>
            <a:ext cx="969264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22776" y="2331720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37176" y="23317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D4C9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74336" y="2331720"/>
            <a:ext cx="969264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2331720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F299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2331720"/>
            <a:ext cx="1245870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18504" y="2331720"/>
            <a:ext cx="11361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Need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09510" y="23317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D4C9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46670" y="2331720"/>
            <a:ext cx="1245870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01534" y="2331720"/>
            <a:ext cx="11361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892540" y="23317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D4C9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29700" y="2331720"/>
            <a:ext cx="1245870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84564" y="2331720"/>
            <a:ext cx="11361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275570" y="23317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D4C9"/>
                </a:solidFill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412730" y="2331720"/>
            <a:ext cx="1245870" cy="777240"/>
          </a:xfrm>
          <a:prstGeom prst="roundRect">
            <a:avLst>
              <a:gd name="adj" fmla="val 7059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67594" y="2331720"/>
            <a:ext cx="11361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Badge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8FD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069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44074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patient + volunteer platform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43400" y="39319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0" y="4069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44074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local healthcare/community participation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38160" y="39319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5A53"/>
          </a:solidFill>
          <a:ln w="12700">
            <a:solidFill>
              <a:srgbClr val="2C8E8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66760" y="4069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44074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locality → panchayat → district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2895599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D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github.com/jvstin47/AroggyaGram-3</a:t>
            </a:r>
            <a:endParaRPr lang="en-US" sz="1600" b="1" dirty="0"/>
          </a:p>
        </p:txBody>
      </p:sp>
      <p:sp>
        <p:nvSpPr>
          <p:cNvPr id="44" name="Text 42"/>
          <p:cNvSpPr txBox="1"/>
          <p:nvPr/>
        </p:nvSpPr>
        <p:spPr>
          <a:xfrm>
            <a:off x="1152144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8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690</Words>
  <Application>Microsoft Office PowerPoint</Application>
  <PresentationFormat>Widescreen</PresentationFormat>
  <Paragraphs>240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Krishnajith H</dc:creator>
  <cp:lastModifiedBy>Krishnajith H</cp:lastModifiedBy>
  <cp:revision>7</cp:revision>
  <dcterms:modified xsi:type="dcterms:W3CDTF">2026-09-16T09:38:56Z</dcterms:modified>
</cp:coreProperties>
</file>